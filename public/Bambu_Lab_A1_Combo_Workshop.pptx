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 to the hands-on 3D printing workshop. Ensure everyone is seated at their designated workstation with an A1 Combo unit, PLA filament, and a laptop with Bambu Studio pre-installed.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agenda. Note that the morning is dedicated to foundations and setup, while the afternoon is 100% practical slicing and actual printing.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poll participants about their experience levels with 3D printing or CAD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hot glue gun analogy: FDM is like a computer-guided, ultra-precise hot glue gun operating on micro-millimeter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G-code coordinates translate into coordinated motor steps on the physical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today's workshop uses Bambu Lab PLA with automatic RFID spool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participants: Flexible filaments like TPU should never be loaded into AMS lite to prevent feeder jams.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participants to stand in front of their machine as we begin the hardware walk-through.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clean construction, all-metal linear rails, and solid cast-metal bed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4 PTFE tubes routing neatly into the 4-in-1 filament hub at the top of the A1 toolhead.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automated calibration removes 90% of user failure points in conventional 3D printing.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quick-swap latch live in front of the class so everyone sees the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Assist participants with PTFE routing and verifying cable latch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 everyone to connect to the venue Wi-Fi and launch their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participants scan the pairing QR code from the printer touchscreen.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four upper-left navigation tabs in Bambu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participants to select a small model (under 30 mins print time) for the afternoon printing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each participant download 1 model file before breaking for lunch at 1:00 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 back from lunch. Ensure everyone is ready with their laptops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adjusting these settings in the Process tab on the left panel in Bambu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visual difference between Tree Supports and Normal Supports in Preview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coloring a two-color keychain model in Bambu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 participants to launch their prints simultaneously and observe the automated leveling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questions, hand out completion certificates, and take a group photo with participants' finished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8404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E42"/>
                </a:solidFill>
              </a:defRPr>
            </a:pPr>
            <a:r>
              <a:t>★ HANDS-ON 3D PRINTING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Mastering 3D Printing</a:t>
            </a:r>
            <a:br/>
            <a:r>
              <a:t>with Bambu Lab A1</a:t>
            </a:r>
          </a:p>
          <a:p>
            <a:br/>
            <a:pPr>
              <a:defRPr sz="2000" b="1">
                <a:solidFill>
                  <a:srgbClr val="00AE42"/>
                </a:solidFill>
              </a:defRPr>
            </a:pPr>
            <a:r>
              <a:t>Special Edition: Full Guide to Bambu Lab A1 Combo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Hardware Setup, AMS lite Multi-Color Printing, Bambu Studio Slicing &amp; First Print Execution.</a:t>
            </a:r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72000" cy="343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035040"/>
            <a:ext cx="10728655" cy="36576"/>
          </a:xfrm>
          <a:prstGeom prst="rect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PROGRAM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Workshop Agenda &amp; Schedule (10:00 AM - 4:00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AE42"/>
                </a:solidFill>
              </a:defRPr>
            </a:pPr>
            <a:r>
              <a:t>MORNING SESSION (10:00 AM - 1:00 PM)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10:00 AM - 10:15 AM</a:t>
            </a:r>
            <a:br/>
            <a:r>
              <a:t>  Welcome &amp; Workshop Orientation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10:15 AM - 10:45 AM</a:t>
            </a:r>
            <a:br/>
            <a:r>
              <a:t>  Session 1: 3D Printing Fundamentals &amp; Materials (PLA, PETG, TPU)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10:45 AM - 11:30 AM</a:t>
            </a:r>
            <a:br/>
            <a:r>
              <a:t>  Session 2: Hands-on Hardware Setup (Bambu Lab A1 &amp; AMS lite)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11:30 AM - 12:15 PM</a:t>
            </a:r>
            <a:br/>
            <a:r>
              <a:t>  Session 3: Software Ecosystem (Bambu Handy &amp; Bambu Studio)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12:15 PM - 1:00 PM</a:t>
            </a:r>
            <a:br/>
            <a:r>
              <a:t>  Session 4: Sourcing 3D Models (MakerWorld &amp; Repositories)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97706"/>
                </a:solidFill>
              </a:defRPr>
            </a:pPr>
            <a:r>
              <a:t>LUNCH &amp; RECHARGE BREAK</a:t>
            </a:r>
            <a:br/>
            <a:r>
              <a:t>1:00 PM - 2:00 PM (1 Hour)</a:t>
            </a:r>
          </a:p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AFTERNOON SESSION (2:00 PM - 4:00 PM)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2:00 PM - 3:15 PM</a:t>
            </a:r>
            <a:br/>
            <a:r>
              <a:t>  Session 5: Deep Dive into Bambu Studio</a:t>
            </a:r>
            <a:br/>
            <a:r>
              <a:t>  (Slicing, Infill, Tree Supports, Multi-Color Painting)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3:15 PM - 3:45 PM</a:t>
            </a:r>
            <a:br/>
            <a:r>
              <a:t>  Session 6: Hands-on First Print &amp; Machine Operations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3:45 PM - 4:00 PM</a:t>
            </a:r>
            <a:br/>
            <a:r>
              <a:t>  Session 7: Q&amp;A Session, Troubleshooting &amp;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E42"/>
                </a:solidFill>
              </a:defRPr>
            </a:pPr>
            <a:r>
              <a:t>SESSION 1 • 10:15 AM - 10:45 AM (30 MINUTES)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3D Printing Fundamentals &amp; Materials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Understanding FDM additive manufacturing, 3-axis motion (X, Y, Z), and selecting the right filament.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Mastering 3D Printing • Bambu Lab A1 Combo Edition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1: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What is 3D Printing (FDM)?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AE42"/>
                </a:solidFill>
              </a:defRPr>
            </a:pPr>
            <a:r>
              <a:t>Principles of Additive Manufacturing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Layer-by-Layer Object Construction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Creating physical 3-dimensional objects from digital 3D models by depositing material sequentially in micro-layers.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Fused Deposition Modeling (FDM)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A solid spool of thermoplastic filament is pushed into a heated hotend, melted into viscous fluid, and extruded precisely onto a build plate.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Key Benefits Over Subtractive Manufacturing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Near-zero material waste (only extruded what is needed), no complex CNC tooling required, and complete freedom to fabricate hollow and organic geometries.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41148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1: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3-Dimensional Motion Anatomy (X, Y, Z Axes)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137160"/>
          </a:xfrm>
          <a:prstGeom prst="rect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AE42"/>
                </a:solidFill>
              </a:defRPr>
            </a:pPr>
            <a:r>
              <a:t>X-Axis (Horizontal)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Left-to-Right Carriage Motion</a:t>
            </a:r>
          </a:p>
          <a:p>
            <a:pPr>
              <a:spcAft>
                <a:spcPts val="1600"/>
              </a:spcAft>
              <a:defRPr sz="1100">
                <a:solidFill>
                  <a:srgbClr val="475569"/>
                </a:solidFill>
              </a:defRPr>
            </a:pPr>
            <a:r>
              <a:t>The toolhead glides across the top horizontal gantry rail driven by a high-torque stepper belt.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31920"/>
            <a:ext cx="2834640" cy="15960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38328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</a:defRPr>
            </a:pPr>
            <a:r>
              <a:t>Y-Axis (Longitudinal)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Front-to-Back Bed Motion</a:t>
            </a:r>
          </a:p>
          <a:p>
            <a:pPr>
              <a:spcAft>
                <a:spcPts val="1600"/>
              </a:spcAft>
              <a:defRPr sz="1100">
                <a:solidFill>
                  <a:srgbClr val="475569"/>
                </a:solidFill>
              </a:defRPr>
            </a:pPr>
            <a:r>
              <a:t>The heated print bed moves forward and backward beneath the toolhead (high-speed bedslinger design).</a:t>
            </a:r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931920"/>
            <a:ext cx="2834640" cy="27978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63040"/>
            <a:ext cx="33832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D97706"/>
                </a:solidFill>
              </a:defRPr>
            </a:pPr>
            <a:r>
              <a:t>Z-Axis (Vertical)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Up-and-Down Gantry Lift</a:t>
            </a:r>
          </a:p>
          <a:p>
            <a:pPr>
              <a:spcAft>
                <a:spcPts val="1600"/>
              </a:spcAft>
              <a:defRPr sz="1100">
                <a:solidFill>
                  <a:srgbClr val="475569"/>
                </a:solidFill>
              </a:defRPr>
            </a:pPr>
            <a:r>
              <a:t>Dual Z-leadscrews raise the gantry incrementally after each completed layer (0.08 mm to 0.28 mm steps).</a:t>
            </a:r>
          </a:p>
        </p:txBody>
      </p:sp>
      <p:pic>
        <p:nvPicPr>
          <p:cNvPr id="16" name="Picture 15" descr="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931920"/>
            <a:ext cx="2834640" cy="1594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1: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Common 3D Printing Filaments &amp;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371600" cy="10353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1645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E42"/>
                </a:solidFill>
              </a:defRPr>
            </a:pPr>
            <a:r>
              <a:t>PLA (Polylactic Acid)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Most Popular &amp; Beginner-Friendly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Cornstarch-based, non-toxic, odorless, zero warping. Perfect for prototypes, desk decor, educational models, and visual mockups.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1371600" cy="10367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645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PETG (Polyethylene Terephthalate)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Tough, Weather &amp; Water Resistant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Combines PLA ease-of-print with enhanced mechanical impact resistance. Heat resistant up to ~75°C, ideal for functional outdoor brackets.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1371600" cy="10353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7440" y="40233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TPU (Thermoplastic Polyurethane)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Flexible &amp; Impact Absorbing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Rubber-like elastic properties. Excellent for phone cases, gaskets, and shock mounts. *Note: Must be printed via external spool holder.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1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114800"/>
            <a:ext cx="1371600" cy="10367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0" y="40233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PVA / Support Material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Water-Soluble Dissolvable Support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Specialized support filament that dissolves in plain tap water. Used via AMS lite to achieve flawless overhangs without scarring.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1: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Filament Parameter Guide for Bambu Lab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  <a:gridCol w="1828800"/>
                <a:gridCol w="210312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Filament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Nozzle Temp (°C)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Bed Temp (°C)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Heat Resistance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AMS lite Support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Ideal Applications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Bambu PLA Basic / Matte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190 - 230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45 - 65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~55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✔ Yes (4 Colors)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General prototypes, figurines, decor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Bambu PETG Basic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220 - 250 °C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65 - 75 °C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~75 °C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✔ 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Functional parts, brackets, clips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Bambu TPU 95A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220 - 240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35 - 45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~80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External Spool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Flexible gaskets, tires, shock absorbers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PVA (Water Soluble)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190 - 210 °C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45 - 55 °C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~50 °C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✔ 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Dissolvable supports for complex geometries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E42"/>
                </a:solidFill>
              </a:defRPr>
            </a:pPr>
            <a:r>
              <a:t>SESSION 2 • 10:45 AM - 11:30 AM (45 MINUTES)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Bambu Lab A1 Combo Hardware Architecture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Hands-on exploration of the A1 machine, AMS lite 4-color multi-material system, and full-auto calibration.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Mastering 3D Printing • Bambu Lab A1 Combo Edition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2: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Meet the Bambu Lab A1 Combo: Speed &amp;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AE42"/>
                </a:solidFill>
              </a:defRPr>
            </a:pPr>
            <a:r>
              <a:t>Key Specifications &amp; Advantages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Generous Build Volume (256 × 256 × 256 mm³)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Spacious build area for functional, full-scale mechanical and educational prototypes.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Blazing Print Speeds up to 500 mm/s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With acceleration up to 10,000 mm/s², prints complete 3-4x faster than standard bedslingers.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3.5-inch Color IPS Touchscreen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Intuitive, smartphone-grade user interface with clear animated status displays.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Dual-Sided Textured PEI Plate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Provides outstanding adhesion without glue stick, with natural print release once cooled down.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Built-in 1080p Camera with Privacy Shutter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Remote live monitoring and automated cinematic timelapse video generation.</a:t>
            </a:r>
          </a:p>
        </p:txBody>
      </p:sp>
      <p:pic>
        <p:nvPicPr>
          <p:cNvPr id="7" name="Picture 6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023360" cy="3019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2: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AMS lite: 4-Color Multi-Material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109728"/>
          </a:xfrm>
          <a:prstGeom prst="rect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AE42"/>
                </a:solidFill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4-Color Multi-Material Printing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Load up to 4 spools simultaneously for seamless, automated multi-color prints without stopping.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25603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916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Automatic RFID Filament Sync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Instantly reads Bambu Lab RFID spools to configure material type, color, and optimal print temperatures.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56032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D97706"/>
                </a:solidFill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Auto Spool Backup (Runout Protection)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When spool 1 is exhausted, AMS lite automatically switches over to spool 2 of the same color.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463040"/>
            <a:ext cx="2560320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916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Active Rewind &amp; Tangle Prevention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Smart active motor drive prevents filament slack, jams, and entanglement during retracts.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E6F4ED"/>
          </a:solidFill>
          <a:ln w="19050">
            <a:solidFill>
              <a:srgbClr val="00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A34"/>
                </a:solidFill>
              </a:defRPr>
            </a:pPr>
            <a:r>
              <a:t>💡 AMS lite Mounting Options: Can be positioned beside the printer on its desk stand, or mounted directly on top of the gantry via the top-mount bracket to save workspace footprint!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2: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Full-Auto Calibration: Precision Without Guesswork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E42"/>
                </a:solidFill>
              </a:defRPr>
            </a:pPr>
            <a:r>
              <a:t>★ Active Flow Rate Compensation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High-Frequency Eddy Current Sensor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 specialized sensor on the toolhead measures extrusion pressure in real-time, eliminating bulging corners and inconsistent extrusion.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★ Auto Bed Leveling &amp; Auto Z-Offset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Zero Manual Bed Knobs!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The nozzle probes the heatbed across an automated grid. No manual thumbwheels, dial gauges, or feeler gauges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1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★ Vibration Compensation (Resonance)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Input Shaping for X &amp; Y Axes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Accelerometers run high-frequency resonance sweeps before printing to cancel out ghosting and ringing at 500 mm/s.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749039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8861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★ Active Motor Noise Cancellation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Whisper-Quiet Operation (&lt;48 dB)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High-frequency stepper modulation cancels out motor hum. Ideal for quiet classrooms, libraries, and open offices.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2: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Tool-Free Quick-Swap Nozzle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AE42"/>
                </a:solidFill>
              </a:defRPr>
            </a:pPr>
            <a:r>
              <a:t>Fast, Safe &amp; Tool-Free (Under 30 Seconds!)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Magnetic Quick-Release Latch Mechanism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No fragile heater wires to disconnect, no dangerous hot-tightening with wrenches, and no cross-threading risks.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Simple 3-Step Swap Process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1. Pull off the silicone thermal sock.</a:t>
            </a:r>
            <a:br/>
            <a:r>
              <a:t>2. Flip open the spring-loaded metal clip latch.</a:t>
            </a:r>
            <a:br/>
            <a:r>
              <a:t>3. Slide out the hotend, seat the new nozzle, and snap the latch shut!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Nozzle Sizes for Every Use Case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• 0.2 mm: Ultra-fine miniature details, jewelry &amp; micro text.</a:t>
            </a:r>
            <a:br/>
            <a:r>
              <a:t>• 0.4 mm: Standard balanced nozzle (optimal speed &amp; surface quality).</a:t>
            </a:r>
            <a:br/>
            <a:r>
              <a:t>• 0.6 &amp; 0.8 mm: High-volume output for large, thick-walled parts.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63040"/>
            <a:ext cx="42062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7706"/>
                </a:solidFill>
              </a:defRPr>
            </a:pPr>
            <a:r>
              <a:t>IMPORTANT SAFETY REMINDERS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⚠ Always ensure the nozzle has cooled down below 50°C before touching.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⚠ Always update the nozzle diameter in Bambu Studio before slicing your models.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⚠ A1 hotends are available in Stainless Steel (standard) and Hardened Steel (for wear resistance).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2: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Hardware Assembly Workflow: Unboxing to Print-Ready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591056"/>
            <a:ext cx="548640" cy="54864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727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1: Unboxing &amp; Gantry Unlocking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Remove protective foam cushions and unscrew the 4 transport transit screws under the chassis.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505456"/>
            <a:ext cx="548640" cy="54864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871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2: Base &amp; Gantry Assembly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Slide gantry column into the base casting and tighten the numbered retention screws securely.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419856"/>
            <a:ext cx="548640" cy="54864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015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3: AMS lite Assembly &amp; PTFE Routing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Assemble the AMS lite stand and route the 4 numbered PTFE tubes into the 4-in-1 toolhead hub.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334256"/>
            <a:ext cx="548640" cy="54864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159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4: Cable &amp; Power Connections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Connect the 4-pin AMS lite data cable to the back of the A1 and plug in the main power cable.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248656"/>
            <a:ext cx="548640" cy="54864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303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5: Loading First Filament Spool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Push filament into the AMS lite feeder funnel until the internal motor automatically engages and grabs.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E42"/>
                </a:solidFill>
              </a:defRPr>
            </a:pPr>
            <a:r>
              <a:t>SESSION 3 • 11:30 AM - 12:15 PM (45 MINUTES)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Software Ecosystem: Bambu Handy &amp; Bambu Studio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Connecting mobile controls, cloud synchronization, and desktop slicing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Mastering 3D Printing • Bambu Lab A1 Combo Edition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3: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Mobile Operations: Bambu Handy Companion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AE42"/>
                </a:solidFill>
              </a:defRPr>
            </a:pPr>
            <a:r>
              <a:t>Complete Machine Control in Your Pocket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1. Download the Bambu Handy App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Free download on Google Play Store (Android) and Apple App Store (iOS).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2. Sign In to Your Bambu Account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Centralizes device synchronization and cloud slicing jobs across all devices.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3. Pair Printer via On-Screen QR Code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Select 'Add Device' in the app and scan the dynamic QR code displayed on the A1 touchscreen.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4. Essential Remote Features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</a:defRPr>
            </a:pPr>
            <a:r>
              <a:t>• Real-time 1080p camera stream</a:t>
            </a:r>
            <a:br/>
            <a:r>
              <a:t>• Live temperature, fan speed &amp; print progress monitoring</a:t>
            </a:r>
            <a:br/>
            <a:r>
              <a:t>• Instant push notifications on print completion or filament runout</a:t>
            </a:r>
            <a:br/>
            <a:r>
              <a:t>• 1-Click printing directly from MakerWorld</a:t>
            </a:r>
          </a:p>
        </p:txBody>
      </p:sp>
      <p:pic>
        <p:nvPicPr>
          <p:cNvPr id="7" name="Picture 6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3840480" cy="20194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3: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Desktop Slicing Workflow: Bambu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AE42"/>
                </a:solidFill>
              </a:defRPr>
            </a:pPr>
            <a:r>
              <a:t>The Command Center for 3D Slicing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Prepare Tab (Layout &amp; Configuration)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Position, orient, scale, cut, and paint models with multi-color AMS filaments.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Preview Tab (G-Code Visualizer)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Inspect simulated toolpaths layer-by-layer, check print time estimates, and calculate filament weight in grams.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Device Tab (Hardware Dashboard)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Monitor current nozzle/bed temps, live camera feed, and real-time AMS lite slot status.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MakerWorld Tab (Built-in Library)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Browse, customize, and slice thousands of verified 3D models without opening a browser!</a:t>
            </a:r>
          </a:p>
        </p:txBody>
      </p:sp>
      <p:pic>
        <p:nvPicPr>
          <p:cNvPr id="7" name="Picture 6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94960" cy="42696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E42"/>
                </a:solidFill>
              </a:defRPr>
            </a:pPr>
            <a:r>
              <a:t>SESSION 4 • 12:15 PM - 1:00 PM (45 MINUTES)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Sourcing &amp; Preparing Open-Source 3D Models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Exploring MakerWorld, Printables &amp; Thingiverse. Selecting your first model before lunch break.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Mastering 3D Printing • Bambu Lab A1 Combo Edition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4: 3D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3D Model Repositories &amp; Smart File Formats (.3MF vs .STL)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103120"/>
          </a:xfrm>
          <a:prstGeom prst="roundRect">
            <a:avLst/>
          </a:prstGeom>
          <a:solidFill>
            <a:srgbClr val="E6F4ED"/>
          </a:solidFill>
          <a:ln w="19050">
            <a:solidFill>
              <a:srgbClr val="00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8A34"/>
                </a:solidFill>
              </a:defRPr>
            </a:pPr>
            <a:r>
              <a:t>⭐ MAKERWORLD (makerworld.com) — The Ultimate Ecosystem for Bambu Lab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Verified Print Profiles: Models are pre-calibrated and community-tested specifically for Bambu Lab A1.</a:t>
            </a:r>
            <a:br/>
            <a:r>
              <a:t>• Smart .3MF Format: Packages 3D geometry, AMS color assignments, plate orientation, and infill settings in one file!</a:t>
            </a:r>
            <a:br/>
            <a:r>
              <a:t>• 1-Click Mobile Printing: Send jobs straight to your printer from the Bambu Handy app with zero manual slicing.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86200"/>
            <a:ext cx="2294273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480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Printables.com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High-quality engineering, functional prints, and open-source CAD models by Prusa Research.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49039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8862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480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Thingiverse.com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world's largest legacy 3D library with millions of free STL community uploads.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749039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886200"/>
            <a:ext cx="3997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4480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Thangs.com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AI-powered 3D geometric search engine indexing models across all major online repositories.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E42"/>
                </a:solidFill>
              </a:defRPr>
            </a:pPr>
            <a:r>
              <a:t>SESSION 5 • 2:00 PM - 3:15 PM (75 MINUTES)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Deep Dive: Bambu Studio Slicing &amp; Multi-Color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Mastering layer heights, infill density, Tree Supports, and toolhead multi-color painting.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Mastering 3D Printing • Bambu Lab A1 Combo Edition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5: SLICING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Slicing Anatomy: Layer Height, Walls &amp; Infill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E42"/>
                </a:solidFill>
              </a:defRPr>
            </a:pPr>
            <a:r>
              <a:t>Layer Height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Detail vs Print Speed</a:t>
            </a:r>
          </a:p>
          <a:p>
            <a:pPr>
              <a:lnSpc>
                <a:spcPct val="130000"/>
              </a:lnSpc>
              <a:defRPr sz="1000">
                <a:solidFill>
                  <a:srgbClr val="475569"/>
                </a:solidFill>
              </a:defRPr>
            </a:pPr>
            <a:r>
              <a:t>• 0.08 - 0.12 mm: Ultra-fine finish (invisible layer lines, longer print time).</a:t>
            </a:r>
            <a:br/>
            <a:r>
              <a:t>• 0.20 mm (Standard): Sweet spot balancing surface quality and printing speed.</a:t>
            </a:r>
            <a:br/>
            <a:r>
              <a:t>• 0.28 mm (Draft): Fast rough prototyping.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Wall Loops (Shell Thickness)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Structural External Strength</a:t>
            </a:r>
          </a:p>
          <a:p>
            <a:pPr>
              <a:lnSpc>
                <a:spcPct val="130000"/>
              </a:lnSpc>
              <a:defRPr sz="1000">
                <a:solidFill>
                  <a:srgbClr val="475569"/>
                </a:solidFill>
              </a:defRPr>
            </a:pPr>
            <a:r>
              <a:t>• Controls the number of solid perimeter contours.</a:t>
            </a:r>
            <a:br/>
            <a:r>
              <a:t>• 2 Walls: Ideal for light aesthetic decor and figurines.</a:t>
            </a:r>
            <a:br/>
            <a:r>
              <a:t>• 3 - 4 Walls: Recommended for mechanical parts subjected to physical 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Infill Density &amp; Patterns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</a:defRPr>
            </a:pPr>
            <a:r>
              <a:t>Internal Structural Core</a:t>
            </a:r>
          </a:p>
          <a:p>
            <a:pPr>
              <a:lnSpc>
                <a:spcPct val="130000"/>
              </a:lnSpc>
              <a:defRPr sz="1000">
                <a:solidFill>
                  <a:srgbClr val="475569"/>
                </a:solidFill>
              </a:defRPr>
            </a:pPr>
            <a:r>
              <a:t>• Density: 15% - 20% is optimal for 95% of prints.</a:t>
            </a:r>
            <a:br/>
            <a:r>
              <a:t>• Gyroid Pattern: Provides uniform multi-directional strength and smooth non-scraping motion.</a:t>
            </a:r>
            <a:br/>
            <a:r>
              <a:t>• Grid / Cubic: Quick options for basic mockups.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5: SLICING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Support Structures: Normal vs Tree Supports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AE42"/>
                </a:solidFill>
              </a:defRPr>
            </a:pPr>
            <a:r>
              <a:t>The 45-Degree Overhang Rule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When Are Supports Required?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3D printers cannot extrude into thin air! Any overhang steeper than 45° from vertical requires temporary support.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Normal Supports (Traditional Grid)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Builds straight vertical columns up from the build plate. Harder to break away on curved contours and uses excessive filament.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✔ Tree Supports (Bambu Lab Preferred)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Branches out like tree limbs reaching directly to critical overhang points. Breaks off cleanly with fingers, leaves minimal scarring, and saves up to 40% material!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AE42"/>
                </a:solidFill>
              </a:defRPr>
            </a:pPr>
            <a:r>
              <a:t>BAMBU STUDIO PRO SUPPORT TIPS: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★ Select 'Type: Tree (auto)' in the Support settings tab.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★ Choose 'Style: Tree Slim' for small action figures and miniatures.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★ Use the 'Support Painting Tool' to manually brush supports onto specific target areas.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★ Keep 'Top Z distance' at 0.2 mm to ensure supports pop off effortlessly with a gentle finger pull.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5: SLICING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Multi-Color Painting Tool &amp; Purge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109728"/>
          </a:xfrm>
          <a:prstGeom prst="rect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AE42"/>
                </a:solidFill>
              </a:defRPr>
            </a:pPr>
            <a:r>
              <a:t>Fill Bucket Tool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Fills entire contiguous surfaces with one click based on detected geometric edge angles.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25603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916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Brush Tool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Freehand paint directly on the 3D model surface like using a digital drawing paintbrush.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56032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</a:defRPr>
            </a:pPr>
            <a:r>
              <a:t>Sphere / Circle Tool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Draws circular color regions (perfect for eyes, buttons, dots, or custom logos).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463040"/>
            <a:ext cx="2560320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9164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Height Range Tool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Colors horizontal layer bands across specified Z-axis elevation ranges (great for embossed badges).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327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45309"/>
                </a:solidFill>
              </a:defRPr>
            </a:pPr>
            <a:r>
              <a:t>⚠️ UNDERSTANDING PRIME TOWER &amp; FLUSH VOLUME (PURGE POOP):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During color changes, the A1 purges old filament into the rear chute and prints a Prime Tower to re-stabilize nozzle pressure. Pro tip: Enable 'Flush Options: Flush into this object's infill' to repurpose purged material as internal infill and cut waste!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SESSION 6: PRINT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First Print Execution &amp; Machine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Mastering 3D Printing • Bambu Lab A1 Combo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Send Print Job (Print Plate)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Select your paired A1 printer, verify AMS lite color-to-filament mappings, and send the job via Wi-Fi Cloud or LAN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640080" cy="64008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4320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Automated 5-Minute Pre-Print Routine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Let the A1 complete: Nozzle Wiping -&gt; Resonance Vibration Sweep -&gt; Auto Bed Leveling -&gt; Active Flow Calibration.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931919"/>
            <a:ext cx="640080" cy="64008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86199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First Layer Inspection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Observe the first layer deposition. A smooth, flat, uniform squish across the textured PEI sheet guarantees 99% print success.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074920"/>
            <a:ext cx="640080" cy="640080"/>
          </a:xfrm>
          <a:prstGeom prst="ellipse">
            <a:avLst/>
          </a:prstGeom>
          <a:solidFill>
            <a:srgbClr val="00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20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PEI Build Plate Maintenance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Never touch the build area with bare oily fingers! Wash the PEI sheet regularly with warm water and ordinary dish soap to remove oils.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AE42"/>
                </a:solidFill>
              </a:defRPr>
            </a:pPr>
            <a:r>
              <a:t>SESSION 7 • 3:45 PM - 4:00 PM</a:t>
            </a:r>
            <a:br/>
            <a:r>
              <a:t>Q&amp;A SESSION &amp; WORKSHOP WRAP-UP</a:t>
            </a:r>
          </a:p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Congratulations! You are Now Ready to Create with Bambu Lab A1!</a:t>
            </a:r>
          </a:p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Key Official Resources:</a:t>
            </a:r>
            <a:br/>
            <a:r>
              <a:t>• Bambu Lab Official Wiki: wiki.bambulab.com/en/a1</a:t>
            </a:r>
            <a:br/>
            <a:r>
              <a:t>• MakerWorld 3D Community: makerworld.com</a:t>
            </a:r>
            <a:br/>
            <a:r>
              <a:t>• Official Customer Support: bambulab.com/support</a:t>
            </a:r>
            <a:br/>
            <a:br/>
            <a:r>
              <a:t>Thank you for attending today's workshop! Collect your finished prints and happy making!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E42"/>
                </a:solidFill>
              </a:defRPr>
            </a:pPr>
            <a:r>
              <a:t>3D PRINTING WORKSHOP •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Mastering 3D Printing • Bambu Lab A1 Combo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